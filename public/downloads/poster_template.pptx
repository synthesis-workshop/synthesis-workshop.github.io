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11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74"/>
  </p:normalViewPr>
  <p:slideViewPr>
    <p:cSldViewPr snapToGrid="0" snapToObjects="1">
      <p:cViewPr varScale="1">
        <p:scale>
          <a:sx n="128" d="100"/>
          <a:sy n="128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B3F8B-E1F7-124F-894E-C3CBF2829572}" type="datetimeFigureOut">
              <a:rPr lang="en-US" smtClean="0"/>
              <a:t>1/8/23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1753A-3B79-7C49-B9BD-2FB658B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7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03200-E59F-4A71-8783-7414490291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4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1C7B-B4C7-384A-89BB-CFABAEC33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85D31-8154-4340-94D7-452206D95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D5654-03EF-7F4E-9BB6-286D3FAA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D096A-ADF6-8F4C-986F-3FEE9C94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07E06-17B0-434E-AD57-B5D186DC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9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1313-8C99-7345-8DBA-3C0D5B1F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BE27-6DF7-C547-8157-34B24DD76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D7870-BFAA-6E46-BB10-399B4F56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19DA6-D6C3-7F4B-AF06-D8384374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AE212-5763-7D48-9BC4-1404C804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0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7C51-50F6-854A-9152-F2F7D212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2DA75-EFCB-5349-B62A-D3F7FE7E9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6B5A-5473-6849-A69F-9830420C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AA1B7-AE75-954F-8503-FE862034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800-0059-6A4D-8ACA-D4586C8B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3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0B5C-17B0-A141-ACE0-C991705F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F54C-DBAB-1B48-9236-8FCE83829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87ABC-8071-DE48-B6C7-223267383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64930-F12D-DA43-BCBC-7896276A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640A8-A081-1042-9388-94B563E6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2015F-37F5-724C-98E3-DC0419C4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2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F70F-813D-9443-A0DC-78B15C6D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DAD74-B8BE-464A-B8CC-5A20D6812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400D5-D3FE-E04C-AAF7-C416B0BD9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E36EF-0BC6-6F4B-8646-DBECEB245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84B74-F5D3-3243-B687-7B736DD6D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B267D-6757-934D-8B41-1E801329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F5CFB-B879-9648-9604-9D4671DA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F21EFC-1FB8-A642-984F-7C96C653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2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A7B3-8D18-5C44-9E1C-4E3C4071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22D8F-8C32-314E-9D10-3C5C67B0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5E684-82A2-954D-9705-3124C91D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0ECD5-9E3B-9042-8B41-BD2C412E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C96BD-3B02-B041-A227-951259AA3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C65D7-C792-074D-B21C-10194988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BF247-5E9C-BD47-811E-A1E5D1CC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0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1E6F-85D6-A349-AD2F-F24746FD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63796-10A7-A642-A44E-8AE6F3A76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950C0-08AB-8A41-83E5-D0B446879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82BEA-D8BF-3141-ABD1-30657114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55C76-3614-8B47-8307-1A3096DC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F025B-9317-2444-A610-437B98C0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8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1190-8667-4C48-84C3-D5FAAED4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47577-702C-014E-8F13-76BA95464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8488E-9EAE-CD42-87EB-3FDB30D04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255E7-DEF9-4E48-8B9F-07FB6BEF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FD546-10C9-3F4F-9491-B45090DF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F13F3-B7A4-1D4D-A591-1DB3BBA3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5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3C6C-9197-9E4F-9876-A54ED054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8F41C-57BF-954E-BABF-8108B9D63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631B0-4F99-6040-8459-EA5B149D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810AF-0B61-DB45-B9F3-246D6E6D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F0A9B-80B2-5346-8A36-5EC3D0CB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64D01-32B5-A346-8363-6DC5CF8BC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E832C-1D13-B547-AA23-4DAF6C13B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C4252-CA12-FD41-B3D5-DCE0000B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4694A-3725-5242-833C-DF2B72D7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81A-F379-8B4D-9966-8C01D9C7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1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692C3-4390-C94D-9204-22F51A92F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4C590-4343-3146-BB46-B2E63BEC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5FE00-95E5-294B-876D-249A9538D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E71AC-3EEE-8440-9706-EE0CE84FD46B}" type="datetimeFigureOut">
              <a:rPr lang="en-US" smtClean="0"/>
              <a:t>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1F997-CED9-6D4B-A20B-09F013017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686BA-5BAE-7F40-A605-7007225A3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FD7FCC-6A62-E546-B65D-2AD01925F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" y="70979"/>
            <a:ext cx="1580740" cy="13856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88FCC-F206-5D45-84FF-2D51A4EFE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24" y="887"/>
            <a:ext cx="1802267" cy="2081929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1524000" y="6416657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524000" y="6416658"/>
            <a:ext cx="9144000" cy="44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770090"/>
            <a:ext cx="86868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32D3840E-86E1-2446-908B-3C3FF3FCFFC0}"/>
              </a:ext>
            </a:extLst>
          </p:cNvPr>
          <p:cNvSpPr txBox="1"/>
          <p:nvPr/>
        </p:nvSpPr>
        <p:spPr>
          <a:xfrm>
            <a:off x="1524001" y="640957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" pitchFamily="34" charset="0"/>
                <a:cs typeface="Arial" pitchFamily="34" charset="0"/>
              </a:rPr>
              <a:t>Add references here. Extend box size if necessary. Include numbers or letters that match appropriate area on main section of the poster. Format: </a:t>
            </a:r>
            <a:r>
              <a:rPr lang="en-US" sz="1200" i="1" dirty="0">
                <a:latin typeface="Arial" pitchFamily="34" charset="0"/>
                <a:cs typeface="Arial" pitchFamily="34" charset="0"/>
              </a:rPr>
              <a:t>Journal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Year,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200" i="1" dirty="0">
                <a:latin typeface="Arial" pitchFamily="34" charset="0"/>
                <a:cs typeface="Arial" pitchFamily="34" charset="0"/>
              </a:rPr>
              <a:t>Volume,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start page-end page.</a:t>
            </a:r>
            <a:endParaRPr lang="en-US" sz="120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itle 5">
            <a:extLst>
              <a:ext uri="{FF2B5EF4-FFF2-40B4-BE49-F238E27FC236}">
                <a16:creationId xmlns:a16="http://schemas.microsoft.com/office/drawing/2014/main" id="{6177F2FE-300E-8943-A1F5-8D435194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974" y="74247"/>
            <a:ext cx="8722426" cy="339186"/>
          </a:xfrm>
        </p:spPr>
        <p:txBody>
          <a:bodyPr>
            <a:normAutofit/>
          </a:bodyPr>
          <a:lstStyle/>
          <a:p>
            <a:pPr algn="ctr"/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Click to add title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7AD48CFA-431E-844C-B1D3-19886359F1FC}"/>
              </a:ext>
            </a:extLst>
          </p:cNvPr>
          <p:cNvSpPr txBox="1">
            <a:spLocks/>
          </p:cNvSpPr>
          <p:nvPr/>
        </p:nvSpPr>
        <p:spPr>
          <a:xfrm>
            <a:off x="-872962" y="1471069"/>
            <a:ext cx="872242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Graphic*</a:t>
            </a:r>
          </a:p>
        </p:txBody>
      </p:sp>
      <p:sp>
        <p:nvSpPr>
          <p:cNvPr id="22" name="Title 5">
            <a:extLst>
              <a:ext uri="{FF2B5EF4-FFF2-40B4-BE49-F238E27FC236}">
                <a16:creationId xmlns:a16="http://schemas.microsoft.com/office/drawing/2014/main" id="{0647991C-0494-424D-88BD-F9D5890A9C48}"/>
              </a:ext>
            </a:extLst>
          </p:cNvPr>
          <p:cNvSpPr txBox="1">
            <a:spLocks/>
          </p:cNvSpPr>
          <p:nvPr/>
        </p:nvSpPr>
        <p:spPr>
          <a:xfrm>
            <a:off x="1740619" y="630006"/>
            <a:ext cx="178331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7B2C008C-7480-7E49-BDAE-3C04ADD9BA98}"/>
              </a:ext>
            </a:extLst>
          </p:cNvPr>
          <p:cNvSpPr txBox="1">
            <a:spLocks/>
          </p:cNvSpPr>
          <p:nvPr/>
        </p:nvSpPr>
        <p:spPr>
          <a:xfrm>
            <a:off x="5637409" y="630006"/>
            <a:ext cx="178331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5">
            <a:extLst>
              <a:ext uri="{FF2B5EF4-FFF2-40B4-BE49-F238E27FC236}">
                <a16:creationId xmlns:a16="http://schemas.microsoft.com/office/drawing/2014/main" id="{C941520C-3969-B549-82BF-6C18055F6C87}"/>
              </a:ext>
            </a:extLst>
          </p:cNvPr>
          <p:cNvSpPr txBox="1">
            <a:spLocks/>
          </p:cNvSpPr>
          <p:nvPr/>
        </p:nvSpPr>
        <p:spPr>
          <a:xfrm>
            <a:off x="118421" y="3194336"/>
            <a:ext cx="178331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5">
            <a:extLst>
              <a:ext uri="{FF2B5EF4-FFF2-40B4-BE49-F238E27FC236}">
                <a16:creationId xmlns:a16="http://schemas.microsoft.com/office/drawing/2014/main" id="{D824334A-3EBE-124B-949B-7161F38D7B46}"/>
              </a:ext>
            </a:extLst>
          </p:cNvPr>
          <p:cNvSpPr txBox="1">
            <a:spLocks/>
          </p:cNvSpPr>
          <p:nvPr/>
        </p:nvSpPr>
        <p:spPr>
          <a:xfrm>
            <a:off x="8055700" y="3171855"/>
            <a:ext cx="3204883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Conclusion/Future Work</a:t>
            </a:r>
            <a:endParaRPr lang="en-US" sz="18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itle 5">
            <a:extLst>
              <a:ext uri="{FF2B5EF4-FFF2-40B4-BE49-F238E27FC236}">
                <a16:creationId xmlns:a16="http://schemas.microsoft.com/office/drawing/2014/main" id="{CFD4C168-AAF5-6240-A4F7-7288519E1992}"/>
              </a:ext>
            </a:extLst>
          </p:cNvPr>
          <p:cNvSpPr txBox="1">
            <a:spLocks/>
          </p:cNvSpPr>
          <p:nvPr/>
        </p:nvSpPr>
        <p:spPr>
          <a:xfrm>
            <a:off x="-872962" y="4264311"/>
            <a:ext cx="872242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Graphic*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68A46E1-6D4E-C543-88D3-83EBEC42AE87}"/>
              </a:ext>
            </a:extLst>
          </p:cNvPr>
          <p:cNvCxnSpPr>
            <a:cxnSpLocks/>
          </p:cNvCxnSpPr>
          <p:nvPr/>
        </p:nvCxnSpPr>
        <p:spPr>
          <a:xfrm>
            <a:off x="225953" y="3287289"/>
            <a:ext cx="11789066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5F30CE-52CC-5243-90BB-A996F537C236}"/>
              </a:ext>
            </a:extLst>
          </p:cNvPr>
          <p:cNvCxnSpPr>
            <a:cxnSpLocks/>
          </p:cNvCxnSpPr>
          <p:nvPr/>
        </p:nvCxnSpPr>
        <p:spPr>
          <a:xfrm>
            <a:off x="5604387" y="770090"/>
            <a:ext cx="0" cy="251719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6609F73-3083-4948-A910-599393338C45}"/>
              </a:ext>
            </a:extLst>
          </p:cNvPr>
          <p:cNvCxnSpPr>
            <a:cxnSpLocks/>
          </p:cNvCxnSpPr>
          <p:nvPr/>
        </p:nvCxnSpPr>
        <p:spPr>
          <a:xfrm>
            <a:off x="8055700" y="3287289"/>
            <a:ext cx="0" cy="312228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itle 5">
            <a:extLst>
              <a:ext uri="{FF2B5EF4-FFF2-40B4-BE49-F238E27FC236}">
                <a16:creationId xmlns:a16="http://schemas.microsoft.com/office/drawing/2014/main" id="{4EBC87BF-7467-154B-9C0D-A083E899DFB0}"/>
              </a:ext>
            </a:extLst>
          </p:cNvPr>
          <p:cNvSpPr txBox="1">
            <a:spLocks/>
          </p:cNvSpPr>
          <p:nvPr/>
        </p:nvSpPr>
        <p:spPr>
          <a:xfrm>
            <a:off x="-190379" y="1275675"/>
            <a:ext cx="204878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Virtual Poster</a:t>
            </a:r>
          </a:p>
        </p:txBody>
      </p:sp>
      <p:sp>
        <p:nvSpPr>
          <p:cNvPr id="20" name="Title 5">
            <a:extLst>
              <a:ext uri="{FF2B5EF4-FFF2-40B4-BE49-F238E27FC236}">
                <a16:creationId xmlns:a16="http://schemas.microsoft.com/office/drawing/2014/main" id="{4A7825E8-4AE7-FD4C-8256-493EF22A6F29}"/>
              </a:ext>
            </a:extLst>
          </p:cNvPr>
          <p:cNvSpPr txBox="1">
            <a:spLocks/>
          </p:cNvSpPr>
          <p:nvPr/>
        </p:nvSpPr>
        <p:spPr>
          <a:xfrm>
            <a:off x="5241393" y="4264311"/>
            <a:ext cx="872242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Graphic*</a:t>
            </a:r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163FE915-08C6-8448-9C89-08A7D15C63FB}"/>
              </a:ext>
            </a:extLst>
          </p:cNvPr>
          <p:cNvSpPr txBox="1">
            <a:spLocks/>
          </p:cNvSpPr>
          <p:nvPr/>
        </p:nvSpPr>
        <p:spPr>
          <a:xfrm>
            <a:off x="3608087" y="1314618"/>
            <a:ext cx="204878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5">
            <a:extLst>
              <a:ext uri="{FF2B5EF4-FFF2-40B4-BE49-F238E27FC236}">
                <a16:creationId xmlns:a16="http://schemas.microsoft.com/office/drawing/2014/main" id="{47123F1B-E7E7-F84D-999D-D986E8DE0277}"/>
              </a:ext>
            </a:extLst>
          </p:cNvPr>
          <p:cNvSpPr txBox="1">
            <a:spLocks/>
          </p:cNvSpPr>
          <p:nvPr/>
        </p:nvSpPr>
        <p:spPr>
          <a:xfrm>
            <a:off x="10242025" y="-71190"/>
            <a:ext cx="2048780" cy="1665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Add lead author</a:t>
            </a:r>
          </a:p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photo</a:t>
            </a:r>
          </a:p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Lead author</a:t>
            </a:r>
          </a:p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31" name="Title 5">
            <a:extLst>
              <a:ext uri="{FF2B5EF4-FFF2-40B4-BE49-F238E27FC236}">
                <a16:creationId xmlns:a16="http://schemas.microsoft.com/office/drawing/2014/main" id="{96C46265-CB1E-EB4D-A94F-0A85741B2A9B}"/>
              </a:ext>
            </a:extLst>
          </p:cNvPr>
          <p:cNvSpPr txBox="1">
            <a:spLocks/>
          </p:cNvSpPr>
          <p:nvPr/>
        </p:nvSpPr>
        <p:spPr>
          <a:xfrm>
            <a:off x="1716974" y="409486"/>
            <a:ext cx="8722426" cy="339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Click to add author(s) (lead author underlined), add affiliated lab(s) and institution(s)</a:t>
            </a:r>
            <a:endParaRPr lang="en-US" sz="16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itle 5">
            <a:extLst>
              <a:ext uri="{FF2B5EF4-FFF2-40B4-BE49-F238E27FC236}">
                <a16:creationId xmlns:a16="http://schemas.microsoft.com/office/drawing/2014/main" id="{6647758D-5302-984E-92BC-3C4ED10332C8}"/>
              </a:ext>
            </a:extLst>
          </p:cNvPr>
          <p:cNvSpPr txBox="1">
            <a:spLocks/>
          </p:cNvSpPr>
          <p:nvPr/>
        </p:nvSpPr>
        <p:spPr>
          <a:xfrm>
            <a:off x="3849509" y="1471069"/>
            <a:ext cx="872242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Graphic*</a:t>
            </a:r>
          </a:p>
        </p:txBody>
      </p:sp>
      <p:sp>
        <p:nvSpPr>
          <p:cNvPr id="33" name="Title 5">
            <a:extLst>
              <a:ext uri="{FF2B5EF4-FFF2-40B4-BE49-F238E27FC236}">
                <a16:creationId xmlns:a16="http://schemas.microsoft.com/office/drawing/2014/main" id="{6611725D-E785-E243-94AC-630B01B57C14}"/>
              </a:ext>
            </a:extLst>
          </p:cNvPr>
          <p:cNvSpPr txBox="1">
            <a:spLocks/>
          </p:cNvSpPr>
          <p:nvPr/>
        </p:nvSpPr>
        <p:spPr>
          <a:xfrm>
            <a:off x="225952" y="2571327"/>
            <a:ext cx="5345413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Click here to add introduction text; add appropriate precedents with references noted at the bottom of the poster in order to frame the problem in the context of existing work. Resize section as necessary.</a:t>
            </a:r>
            <a:endParaRPr lang="en-US" sz="12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itle 5">
            <a:extLst>
              <a:ext uri="{FF2B5EF4-FFF2-40B4-BE49-F238E27FC236}">
                <a16:creationId xmlns:a16="http://schemas.microsoft.com/office/drawing/2014/main" id="{C0C5DB1F-1C00-EB43-BED7-4CE5F1D1D358}"/>
              </a:ext>
            </a:extLst>
          </p:cNvPr>
          <p:cNvSpPr txBox="1">
            <a:spLocks/>
          </p:cNvSpPr>
          <p:nvPr/>
        </p:nvSpPr>
        <p:spPr>
          <a:xfrm>
            <a:off x="5667747" y="2571327"/>
            <a:ext cx="6174186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Click here to add text describing scientific approach. Describe logic of approach taken and indicate potential challenges. Note novel aspects of work and compare to past approaches.</a:t>
            </a:r>
            <a:endParaRPr lang="en-US" sz="12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itle 5">
            <a:extLst>
              <a:ext uri="{FF2B5EF4-FFF2-40B4-BE49-F238E27FC236}">
                <a16:creationId xmlns:a16="http://schemas.microsoft.com/office/drawing/2014/main" id="{E9E0972E-82E8-7740-A4FC-55E5261A0274}"/>
              </a:ext>
            </a:extLst>
          </p:cNvPr>
          <p:cNvSpPr txBox="1">
            <a:spLocks/>
          </p:cNvSpPr>
          <p:nvPr/>
        </p:nvSpPr>
        <p:spPr>
          <a:xfrm>
            <a:off x="225952" y="5680374"/>
            <a:ext cx="7829748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Click here to add text describing results. Show abbreviated scopes with representative examples in cases with extensive scopes. Show mechanistic experiments/hypotheses where possible. Include primary data (NMR, LCMS, HPLC, X-ray, CV, etc.) where applicable. Include annotations/captions for primary data as a visual aid for poster audience.</a:t>
            </a:r>
            <a:endParaRPr lang="en-US" sz="12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240070-D6DC-FF40-910A-88F6308DC264}"/>
              </a:ext>
            </a:extLst>
          </p:cNvPr>
          <p:cNvSpPr txBox="1"/>
          <p:nvPr/>
        </p:nvSpPr>
        <p:spPr>
          <a:xfrm>
            <a:off x="9081797" y="5078698"/>
            <a:ext cx="3278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*SW </a:t>
            </a:r>
            <a:r>
              <a:rPr lang="en-US" sz="1000" b="1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ChemDraw</a:t>
            </a:r>
            <a:endParaRPr lang="en-US" sz="1000" b="1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template preferred but optional</a:t>
            </a:r>
          </a:p>
          <a:p>
            <a:pPr algn="ctr"/>
            <a:r>
              <a:rPr lang="en-US" sz="10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(available at synthesis-workshop.com)</a:t>
            </a:r>
          </a:p>
          <a:p>
            <a:endParaRPr lang="en-US" sz="1000" dirty="0"/>
          </a:p>
        </p:txBody>
      </p:sp>
      <p:sp>
        <p:nvSpPr>
          <p:cNvPr id="37" name="Title 5">
            <a:extLst>
              <a:ext uri="{FF2B5EF4-FFF2-40B4-BE49-F238E27FC236}">
                <a16:creationId xmlns:a16="http://schemas.microsoft.com/office/drawing/2014/main" id="{A020436D-425A-114E-8E37-E6E3989E23A5}"/>
              </a:ext>
            </a:extLst>
          </p:cNvPr>
          <p:cNvSpPr txBox="1">
            <a:spLocks/>
          </p:cNvSpPr>
          <p:nvPr/>
        </p:nvSpPr>
        <p:spPr>
          <a:xfrm>
            <a:off x="8087252" y="5680374"/>
            <a:ext cx="4013957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Click here to describe conclusions and future work. Can also be replaced by a fourth segment of your choice (or to make room for more results) if conclusions are adequately described in Results section.</a:t>
            </a:r>
            <a:endParaRPr lang="en-US" sz="12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BC9D00-D8D7-1A49-A7E5-35B3ABB994D0}"/>
              </a:ext>
            </a:extLst>
          </p:cNvPr>
          <p:cNvSpPr txBox="1"/>
          <p:nvPr/>
        </p:nvSpPr>
        <p:spPr>
          <a:xfrm>
            <a:off x="4968122" y="3374733"/>
            <a:ext cx="3278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Resize poster dimensions</a:t>
            </a:r>
          </a:p>
          <a:p>
            <a:pPr algn="ctr"/>
            <a:r>
              <a:rPr lang="en-US" sz="14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and section dividers as needed!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9278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14512</TotalTime>
  <Words>282</Words>
  <Application>Microsoft Macintosh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Click to add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Joshua Aaron Horwitz</cp:lastModifiedBy>
  <cp:revision>109</cp:revision>
  <dcterms:created xsi:type="dcterms:W3CDTF">2020-04-07T09:09:21Z</dcterms:created>
  <dcterms:modified xsi:type="dcterms:W3CDTF">2023-01-08T23:51:51Z</dcterms:modified>
</cp:coreProperties>
</file>